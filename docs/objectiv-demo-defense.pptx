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Титул. Не задерживаться: 5-10 секунд, сразу переходим к карте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Держим тайминг. На главный сценарий (ложное завершение) — не меньше минуты.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Проверить ДО выхода. Если что-то не так — переходим на план Б (слайд 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на экране всё зелёное — заранее выбрать проект со статусом problem/risk. Ключевая мысль: сортировка по проблемности, не по алфавиту.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ЛИДЕР ПРЕЗЕНТАЦИИ. Здесь остановиться и дать акцент. Формулировка «выполнение не подтверждено видеонаблюдением» — точная, по правилу R6.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Сильный смысловой блок: справедливость. Снимает возражение «система всех обвиняет».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переключение именно на глазах у зала — это убеждает.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Реальный ответ API: {"class":"Excavator","confidence":0.67,"bbox":[742.68,382.13,344.05,355.09]} — bbox [x_центр, y_центр, w, h] в пикселях.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закрываем вопрос «а откуда вы взяли?». Методология = прозрачность.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Проходной слайд, 15-20 секунд. Не углубляемся, если время поджимает.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Ключевое отличие от «камеры, которая следит»: людей мотивируем, а не контролируем.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Финальный технический удар. Реальный ответ сервера — не заглушка.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шпаргалка. Если сбились — вернитесь к любой из этих фраз.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Отвечать коротко, не спорить. За каждым ответом — правило или механика продукта.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Сохранять спокойствие. Ни одна техническая ошибка не должна сбить выступление.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Финальная фраза — наизусть. Пауза. Смотрим в зал.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828800"/>
            <a:ext cx="12191695" cy="310896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46304" cy="21031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286000"/>
            <a:ext cx="10058400" cy="2286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ОБЪЕКТИВ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200" b="1">
                <a:solidFill>
                  <a:srgbClr val="F59E0B"/>
                </a:solidFill>
                <a:latin typeface="Segoe UI"/>
              </a:rPr>
              <a:t>Сценарий демонстрации на защите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0">
                <a:solidFill>
                  <a:srgbClr val="E5E7EB"/>
                </a:solidFill>
                <a:latin typeface="Segoe UI"/>
              </a:rPr>
              <a:t>Камеры → нейросеть → план/факт → отклонения с доказательством кадрами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66344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~6 минут  ·  живой интерфейс  ·  рабочий API  ·  приложение прораба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ПЛАН ВЫСТУПЛЕНИЯ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Демонстрация за 6 минут — карта показа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9728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96012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Портфель объектов — статус стройки за 30 секунд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85416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3A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85416"/>
            <a:ext cx="109728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0:45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85416"/>
            <a:ext cx="96012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Объект: «План / Факт» и ЛОЖНОЕ ЗАВЕРШЕНИЕ — главный удар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70632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109728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2:00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70632"/>
            <a:ext cx="96012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Перераспределение бригад и слабое звено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5848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55848"/>
            <a:ext cx="109728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2:45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55848"/>
            <a:ext cx="96012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Календарь: день / неделя / месяц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41064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41064"/>
            <a:ext cx="109728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3:30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41064"/>
            <a:ext cx="96012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Камеры / CV: детекция техники на реальном кадре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6280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109728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4:15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526280"/>
            <a:ext cx="96012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Риск, методология, карта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11496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109728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5:00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111496"/>
            <a:ext cx="96012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Приложение прораба: офлайн, один тап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96712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96712"/>
            <a:ext cx="109728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5:30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696712"/>
            <a:ext cx="9601200" cy="51206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Живой API в техническом режиме — доказать, что это не макет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ПЕРЕД ВЫХОДОМ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Чек-лист за 5 минут до защиты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532120" cy="438912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5093208" cy="4114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ТЕХНИКА И ЗАПУСК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Открыть интерфейс заранее: http://localhost:5180 или http://&lt;host&gt;:8000/app/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Проверить живость API: GET /health → { "status": "ok" }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Заранее выбрать объект с меткой «ложное завершение»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Прогреть вкладки: План/Факт, Календарь, Камеры, Риск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Подготовить демо-кадр с реальной детекцией (Excavator)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438912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746504"/>
            <a:ext cx="4910328" cy="4114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EF4444"/>
                </a:solidFill>
                <a:latin typeface="Segoe UI"/>
              </a:rPr>
              <a:t>ЧТОБЫ НЕ ПОДВЕСТИ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Выключить уведомления и лишние вкладки браузера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Масштаб страницы Ctrl + / Ctrl − под экран зала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Интернет может отвалиться → есть локальная сборка (план Б)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Тех. режим включаем только на слайде про API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Если API молчит — показываем сборку с демо-данными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ЭКРАН 1 · 0:00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Портфель объектов — что видит руководитель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495604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СДЕЛАТЬ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Открыть корневой экран. Ничего не нажимать.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Дать залу 5 секунд посмотреть.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1746504"/>
            <a:ext cx="504748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ЧТО СКАЗАТЬ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«Сверху — самые проблемные объекты. Беспроблемные не отвлекают».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«Статус всего портфеля руководитель понимает за 30 секунд».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«Внизу — легенда: работа идёт / только ресурсы / ничего / не проверяется / перераспределение».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«Контакты ответственных — тут же».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2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ЭКРАН 2 · 0:45 · ГЛАВНЫЙ СЦЕНАРИЙ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Ложное завершение: заявлено 100 %, камеры не видели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32120" cy="402336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37944"/>
            <a:ext cx="5093208" cy="3749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EF4444"/>
                </a:solidFill>
                <a:latin typeface="Segoe UI"/>
              </a:rPr>
              <a:t>ЧТО СДЕЛАТЬ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Открыть объект → вкладка «План / Факт»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Найти карточку с КРАСНОЙ меткой «ложное завершение»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Раскрыть её: три оси и подтверждение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2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37944"/>
            <a:ext cx="4910328" cy="3749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ЧТО СКАЗАТЬ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«Подрядчик заявил 100 %. Камера техники не видела — система пишет: выполнение НЕ ПОДТВЕРЖДЕНО».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«Три оси раздельно: наблюдение / отчётность / сроки. Цвет зависит только от камеры».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«Система не утверждает, что работа выполнена. Она фиксирует то, что видела».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«Непроверяемое честно помечаем “не проверяется” — не красим в зелёный».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Segoe UI"/>
              </a:rPr>
              <a:t>⭐ Это ядро продукта: подрядчик заявляет — камера проверяет. Ровно здесь рождается удержание по КС-2.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ЭКРАН 3 · 2:00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Перераспределение бригад и слабые звенья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495604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СДЕЛАТЬ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Прокрутить вниз до блока «Перераспределение и слабые звенья».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Показать: где отставание, где опережение.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1746504"/>
            <a:ext cx="504748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СКАЗАТЬ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«Отставание по одним работам компенсируется опережением по другим — срок объекта не сдвигается».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«Зато наверх выходит слабое звено».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«Например: не хватает арматуры — это не вина подрядчика, а проблема поставки».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«Замечание становится адресным: в отдел снабжения, а не в бригаду».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ЭКРАН 4 · 2:45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Календарь: день / неделя / месяц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495604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СДЕЛАТЬ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Вкладка «Календарь».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Переключить масштаб: день → неделя → месяц.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1746504"/>
            <a:ext cx="504748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ЧТО СКАЗАТЬ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«Плановые и фактические дни работ; отдельно — дни, которые подтвердила камера».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«Простои по акту исключаются из расчёта: погода, технология, внешние причины».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«Масштаб переключается — от одного дня до месяца».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ЭКРАН 5 · 3:30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Камеры / CV: нейросеть на реальном кадре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509320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СДЕЛАТЬ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Вкладка «Камеры / CV».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Показать кадр с рамкой детекции (Excavator).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Переключить «Тех. режим» — рамки окрасятся по уверенности, появится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746504"/>
            <a:ext cx="491032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СКАЗАТЬ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«YOLO распознаёт 17 классов техники».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«Рамка — это то, что реально увидела сеть: класс, уверенность, координаты».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«Дубли между камерами схлопываются: один объект = один, а не N камер».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«Низкая уверенность (&lt; 0.6) честно помечается».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ЭКРАН 6 · 4:15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Риск и методология: почему вердикт обоснован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509320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EF4444"/>
                </a:solidFill>
                <a:latin typeface="Segoe UI"/>
              </a:rPr>
              <a:t>РИСК (0–100)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Ложное завершение — самый тяжёлый вес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Срыв сроков и недостаток техники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Простой и лишняя техника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Сортировка ленты: закрыто без подтверждения &gt; простой &gt; нет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746504"/>
            <a:ext cx="491032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СКАЗАТЬ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«Вкладка “Методология”: откуда взялся вердикт и как он посчитан».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«Пороги — на работу: котлован 60 %, армирование 80 %, монолит 70 %».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«Всё проверяемо: правило, формула, кадры».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«Спорить с системой трудно — потому что нечего оспаривать».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ЭКРАН 7 · 4:30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Карта площадки: зоны и техника на плане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292608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0625328" cy="2651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ПОКАЗАТЬ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Вкладка «Карта»: зоны объекта и привязка техники (при калибровке — по гомографии).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Главная камера зоны — за ней закреплён участок, перекрытия не двоятся.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1064240" cy="10972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Коротко: «Это пространственная привязка — понимаем, какая техника в какой зоне, а не просто где-то на стройке».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ЭКРАН 8 · 5:00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Приложение прораба: один тап — одно фото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495604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ЧТО СКАЗАТЬ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«Максимально простое: один тап — одно фото».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«Работает БЕЗ интернета: фото копятся на телефоне и досылаются сами, когда появится связь».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«Не требуем идеальных фото».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«Плюс соревнование бригад на объекте — это мотивация, а не надзиратель».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1746504"/>
            <a:ext cx="504748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ЗАЧЕМ ЭТО ПРОДУКТУ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Строители там, где плохая связь — офлайн-ферст обязателен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Фото → нейросеть → факт работ → график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Прораб сам участвует, а не терпит надзор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Каждое фото — доказательство для расчётов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ЭКРАН 9 · 5:30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Живой API: доказать, что это не макет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6236208" cy="3749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СДЕЛАТЬ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Включить «Тех. режим» (иконка гаечного ключа сверху).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Показать панель Backend: /health, /photos, /api/foreman/*.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Загрузить фото → получить детекцию в реальном времени.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00200"/>
            <a:ext cx="4206240" cy="4023360"/>
          </a:xfrm>
          <a:prstGeom prst="roundRect">
            <a:avLst>
              <a:gd name="adj" fmla="val 6000"/>
            </a:avLst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783080"/>
            <a:ext cx="3840480" cy="3657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2C55E"/>
                </a:solidFill>
                <a:latin typeface="Segoe UI"/>
              </a:rPr>
              <a:t>POST /upload → 200 OK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>{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>  "status": "ok",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>  "class": "Excavator",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>  "confidence": 0.67,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>  "bbox": [742.68, 382.13,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>           344.05, 355.09]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>}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bbox = [x_центр, y_центр, w, h], пиксели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ПАМЯТКА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Ключевые фразы — повторить в конце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429768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0625328" cy="40233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ОБЯЗАТЕЛЬНО ПРОЗВУЧИТ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«Система не утверждает, что работа выполнена — она фиксирует только то, что видела».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«“Не проверяется” — честный статус, а не зелёная галочка».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«Три оси не смешиваются: наблюдение, отчётность, сроки».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«Каждое отклонение подтверждено кадрами — меньше споров и обоснованные удержания».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«Работаем там, где плохая связь».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«Статус портфеля — за 30 секунд».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«Срыв срока видим заранее, а не постфактум».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Q&amp;A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Ответы на вероятные вопросы жюри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206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А если камера не видит работу?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6492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Статус «недостаточно данных» / «не проверяется». Вердикт не выставляем — не выдумываем.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59152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4206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А если сеть ошиблась?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59152"/>
            <a:ext cx="6492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Жизненный цикл: «ложное срабатывание → в модель». Кадры уходят в датасет, детектор дообучается.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63824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4206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А если подрядчик возражает?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163824"/>
            <a:ext cx="6492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Каждое замечание с кадром и формулой. Подтвердилось — удержание по КС-2.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68496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68496"/>
            <a:ext cx="4206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А простои не по вине подрядчика?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968496"/>
            <a:ext cx="6492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Акт: день серый, исключается из расчёта. Без документа — «требует подтверждения».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73168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73168"/>
            <a:ext cx="4206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Это не слежка за людьми?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773168"/>
            <a:ext cx="6492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Люди — вспомогательный признак, претензия на нём не строится. Приложение прораба мотивирует.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4206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Готово ли к внедрению?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577840"/>
            <a:ext cx="6492240" cy="7315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Да: рабочий API, единая форма данных, интерфейс руководителя и прораба.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ПОДСТРАХОВКА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План Б: если что-то отвалилось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509320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EF4444"/>
                </a:solidFill>
                <a:latin typeface="Segoe UI"/>
              </a:rPr>
              <a:t>ЕСЛИ УПАЛ ИНТЕРНЕТ / API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Открыть локальную сборку интерфейса (демо-данные) — она не требует сети.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Панель Backend покажет «офлайн» — переключаемся на демо-режим.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Главный сценарий (ложное завершение) работает и без сети.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6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746504"/>
            <a:ext cx="491032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EF4444"/>
                </a:solidFill>
                <a:latin typeface="Segoe UI"/>
              </a:rPr>
              <a:t>ЕСЛИ НЕ ГРУЗИТСЯ КАДР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Показать макет интерфейса (HTML) — визуально то же самое.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Продиктовать пример ответа API (Excavator, conf 0.67).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Фото на телефоне — как работает приложение прораба.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463040"/>
            <a:ext cx="12191695" cy="393192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146304" cy="30175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920240"/>
            <a:ext cx="10241280" cy="3108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«Объектив» — это не камера, которая следит.</a:t>
            </a:r>
          </a:p>
          <a:p>
            <a:pPr algn="l">
              <a:spcBef>
                <a:spcPts val="200"/>
              </a:spcBef>
              <a:spcAft>
                <a:spcPts val="2200"/>
              </a:spcAft>
            </a:pPr>
            <a:r>
              <a:rPr sz="2000" b="0">
                <a:solidFill>
                  <a:srgbClr val="E5E7EB"/>
                </a:solidFill>
                <a:latin typeface="Segoe UI"/>
              </a:rPr>
              <a:t>Это система, которая видит стройку честно — и помогает не сорвать срок, а не искать виноватого.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400" b="1">
                <a:solidFill>
                  <a:srgbClr val="F59E0B"/>
                </a:solidFill>
                <a:latin typeface="Segoe UI"/>
              </a:rPr>
              <a:t>Ставьте камеры. Дайте график. Остальное сделаем мы.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сценарий демонстрации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